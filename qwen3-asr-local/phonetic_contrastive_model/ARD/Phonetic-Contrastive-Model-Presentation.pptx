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Phonetic Contrastive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C5F1"/>
                </a:solidFill>
                <a:latin typeface="Calibri"/>
              </a:defRPr>
            </a:pPr>
            <a:r>
              <a:t>Character-Level Siamese Bi-Encoder for Roman Urdu Spelling Normalisation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BB"/>
                </a:solidFill>
                <a:latin typeface="Calibri"/>
              </a:defRPr>
            </a:pPr>
            <a:r>
              <a:t>A learned replacement for rule-based spelling correction in the ASR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BitLogix  · 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Roman Urdu Has No Standard Spelling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Same word, dozens of valid spellings — a normalisation nightmare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Roman Urdu is written in Latin script with no official orthography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ASR output (Hindi → Roman) produces phonetically correct but inconsistent spellings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Downstream systems expect canonical forms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Previous rule-based resolver: ~30% recall, O(N²)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5F1"/>
                </a:solidFill>
                <a:latin typeface="Calibri"/>
              </a:defRPr>
            </a:pPr>
            <a:r>
              <a:t>Real-World Spelling 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5F1"/>
                </a:solidFill>
                <a:latin typeface="Calibri"/>
              </a:defRPr>
            </a:pPr>
            <a:r>
              <a:t>Canonical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Observed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A0"/>
                </a:solidFill>
                <a:latin typeface="Calibri"/>
              </a:defRPr>
            </a:pPr>
            <a:r>
              <a:t>Siddiqui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siddiqee, siddiqi, siddique, sidiqui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A0"/>
                </a:solidFill>
                <a:latin typeface="Calibri"/>
              </a:defRPr>
            </a:pPr>
            <a:r>
              <a:t>Chughtai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51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chugataai, chugatai, chughtaai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A0"/>
                </a:solidFill>
                <a:latin typeface="Calibri"/>
              </a:defRPr>
            </a:pPr>
            <a:r>
              <a:t>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17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apareshan, opreshan, aperation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A0"/>
                </a:solidFill>
                <a:latin typeface="Calibri"/>
              </a:defRPr>
            </a:pPr>
            <a:r>
              <a:t>hospital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haspatal, hispatal, hospitaal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Goal: A model that generalises to UNSEEN spellings with built-in safety against false corrections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Solution: Metric Learning on Characters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Learn an embedding space where phonetically equivalent words cluster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Siamese bi-encoder: same network embeds variants AND canonicals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Character-level: signal is phonetic (z↔j, aa↔a, ee↔i), not semantic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Contrastive training: InfoNCE loss pulls variants toward their canonical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Pre-computed canonical index: inference = 1 forward pass + 1 matmul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Abstain threshold (0.90): uncertain → leave word unchanged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▸ Result: ~97% held-out recall vs resolver's ~30%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303520" cy="36576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# Inference — it's this simple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from phonetic_contrastive_model.corrector import \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PhoneticContrastiveCorrector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c = PhoneticContrastiveCorrector.load()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c.resolve_word("chugataai")   # → "Chughtai"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c.resolve_word("siddiqee")    # → "Siddiqui"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c.resolve_word("apareshan")   # → "apareshan"  (abstained)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c.resolve_word("area")        # → "area"  (already known)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# Add new canonical — no retraining!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c.add_canonical("XYZlab")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Where It Fits: ASR Pipeline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Layer 4b — learned fallback after exact lexicon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Audio Input (Urdu speech)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│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▼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Qwen3-ASR ──► Hindi Devanagari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│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▼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Layer 1: Phoneme Mapping (char-by-char)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│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▼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Layer 2: Vowel Normalisation (regex)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│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▼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Layer 3: Exact Lexicon Lookup (WORD_MAP)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│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found? ──YES──► return canonical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│ NO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▼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Layer 4b: PHONETIC CONTRASTIVE MODEL  ◄──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│                                  │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▼                            PHONETIC=1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Final Roman Urdu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5544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Activated by env var: PHONETIC=1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NEVER overrides an exact lexicon match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Only processes words the exact lexicon missed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Priority chain: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1. Exact lexicon (highest priority)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2. Phonetic model (learned fallback)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3. Resolver (deprecated, rule-based)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 4. Unchanged (no correction available)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▸ Threshold configurable via PHONETIC_THRESHOLD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(default: 0.90)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Model Architecture: CharEncoder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Character-level bidirectional GRU with dual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Input: "chugataai"  (string)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↓ Vocab.encode()  — lowercase, char→id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[3, 8, 21, 7, 1, 20, 1, 1, 9]  (char ids)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↓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nn.Embedding(~30 × 96)    → (B, T, 96)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↓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Bidirectional GRU         → (B, T, 256)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2 layers, hidden=128      128×2 dirs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↓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┌─────────┴──────────┐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Masked MEAN    Masked MAX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(B, 256)       (B, 256)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└─────────┬──────────┘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↓ concatenate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(B, 512)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↓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Linear(512→128) + LayerNorm(128)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↓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L2 Normalise   → (B, 128) unit-norm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5F1"/>
                </a:solidFill>
                <a:latin typeface="Calibri"/>
              </a:defRPr>
            </a:pPr>
            <a:r>
              <a:t>Hyperparameters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5F1"/>
                </a:solidFill>
                <a:latin typeface="Calibri"/>
              </a:defRPr>
            </a:pPr>
            <a:r>
              <a:t>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5F1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9202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EC5F1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402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enlo"/>
              </a:defRPr>
            </a:pPr>
            <a:r>
              <a:t>emb_dim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2402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A0"/>
                </a:solidFill>
                <a:latin typeface="Calibri"/>
              </a:defRPr>
            </a:pPr>
            <a:r>
              <a:t>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2402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Character embedding dimension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603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enlo"/>
              </a:defRPr>
            </a:pPr>
            <a:r>
              <a:t>hidden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603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A0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5603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GRU hidden size (per direction)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enlo"/>
              </a:defRPr>
            </a:pPr>
            <a:r>
              <a:t>out_dim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88036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A0"/>
                </a:solidFill>
                <a:latin typeface="Calibri"/>
              </a:defRPr>
            </a:pPr>
            <a:r>
              <a:t>128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288036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Final embedding dimension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004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enlo"/>
              </a:defRPr>
            </a:pPr>
            <a:r>
              <a:t>num_layers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0040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A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320040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Stacked GRU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204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enlo"/>
              </a:defRPr>
            </a:pPr>
            <a:r>
              <a:t>dropout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52044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A0"/>
                </a:solidFill>
                <a:latin typeface="Calibri"/>
              </a:defRPr>
            </a:pPr>
            <a:r>
              <a:t>0.2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52044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Between GRU layers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404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enlo"/>
              </a:defRPr>
            </a:pPr>
            <a:r>
              <a:t>pooled_dim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84048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A0"/>
                </a:solidFill>
                <a:latin typeface="Calibri"/>
              </a:defRPr>
            </a:pPr>
            <a:r>
              <a:t>512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8404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128 × 2 (bi) × 2 (mean+max)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605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enlo"/>
              </a:defRPr>
            </a:pPr>
            <a:r>
              <a:t>vocab_size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160520"/>
            <a:ext cx="731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A0"/>
                </a:solidFill>
                <a:latin typeface="Calibri"/>
              </a:defRPr>
            </a:pPr>
            <a:r>
              <a:t>~30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1605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a-z + &lt;pad&gt; + &lt;unk&gt;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Architecture Deep Dive: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Every component choice is deliberate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6/15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A0"/>
                </a:solidFill>
                <a:latin typeface="Calibri"/>
              </a:defRPr>
            </a:pPr>
            <a:r>
              <a:t>▸ Character-level (not word-level)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554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The signal is phonetic — individual character substitutions (z↔j, aa↔a). Word embeddings would miss sub-word phonetic patterns.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A0"/>
                </a:solidFill>
                <a:latin typeface="Calibri"/>
              </a:defRPr>
            </a:pPr>
            <a:r>
              <a:t>▸ Bidirectional GRU (not Transformer)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57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Inputs are short (~8 chars). GRU's sequential bias is natural for characters. Transformers' O(T²) attention is unnecessary overhead.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A0"/>
                </a:solidFill>
                <a:latin typeface="Calibri"/>
              </a:defRPr>
            </a:pPr>
            <a:r>
              <a:t>▸ Mean + Max dual pooling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Mean captures average character pattern (robust to noise). Max captures most salient character features (discriminative n-grams).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A0"/>
                </a:solidFill>
                <a:latin typeface="Calibri"/>
              </a:defRPr>
            </a:pPr>
            <a:r>
              <a:t>▸ LayerNorm on projection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063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Stabilises embedding scale across diverse inputs. Without it, some inputs produce larger embeddings, biasing similarity.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A0"/>
                </a:solidFill>
                <a:latin typeface="Calibri"/>
              </a:defRPr>
            </a:pPr>
            <a:r>
              <a:t>▸ L2 normalisation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566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Places all embeddings on a unit hypersphere. Cosine similarity = dot product — makes nearest-neighbor a simple matmul.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A0"/>
                </a:solidFill>
                <a:latin typeface="Calibri"/>
              </a:defRPr>
            </a:pPr>
            <a:r>
              <a:t>▸ Siamese (shared weights)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Same encoder for variants AND canonicals. Ensures they live in the same space. Half the parameters of a dual-encoder.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 Data: Lexicon-Based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data/lexicons_v2.json — curated canonical → variant mappings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7/15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22860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// data/lexicons_v2.json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"lexicons": {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"lexicon": {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"Siddiqui": ["siddiqee","siddiqi",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          "siddique","sidiqui"],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"Chughtai": ["chugataai","chugatai",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          "chughtaai"],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"operation": ["apareshan","opreshan"],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...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5F1"/>
                </a:solidFill>
                <a:latin typeface="Calibri"/>
              </a:defRPr>
            </a:pPr>
            <a:r>
              <a:t>Data Splitting (seed=13, reproducible)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5F1"/>
                </a:solidFill>
                <a:latin typeface="Calibri"/>
              </a:defRPr>
            </a:pPr>
            <a:r>
              <a:t>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920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5F1"/>
                </a:solidFill>
                <a:latin typeface="Calibri"/>
              </a:defRPr>
            </a:pPr>
            <a: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5F1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2286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A0"/>
                </a:solidFill>
                <a:latin typeface="Calibri"/>
              </a:defRPr>
            </a:pPr>
            <a:r>
              <a:t>~72%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Pairs the model trains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651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A0"/>
                </a:solidFill>
                <a:latin typeface="Calibri"/>
              </a:defRPr>
            </a:pPr>
            <a:r>
              <a:t>~8%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Early stopping (carved from train)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Held-out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EC9A0"/>
                </a:solidFill>
                <a:latin typeface="Calibri"/>
              </a:defRPr>
            </a:pPr>
            <a:r>
              <a:t>~20%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BB"/>
                </a:solidFill>
                <a:latin typeface="Calibri"/>
              </a:defRPr>
            </a:pPr>
            <a:r>
              <a:t>Generalisation test — NEVER seen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657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Only single-word entries used (no phrases)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Every canonical keeps ≥1 variant in train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→ canonical stays 'known' while we test unseen spellings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Vocab built from ALL strings (train + heldout)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 → no unknown characters at test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Training: InfoNCE Contrastive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Pull variants toward their canonical, push away from all others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8/15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2004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For each mini-batch of (variant, canonical) pairs: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1. Encode variants (anchors):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v_emb = encoder(variants)      → (B, 128)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2. Build candidate set: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candidates = unique_positives + 256 random negatives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c_emb = encoder(candidates)    → (U+256, 128)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ALL encoded FRESH (no stale bank)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3. Compute InfoNCE loss: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logits = v_emb @ c_emb.T / τ   (τ = 0.07)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loss = CrossEntropy(logits, target)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4. Optimise: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AdamW (lr=1e-3) + grad clip (5.0)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5F1"/>
                </a:solidFill>
                <a:latin typeface="Calibri"/>
              </a:defRPr>
            </a:pPr>
            <a:r>
              <a:t>Key Design Choices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Unique canonicals as candidates: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Avoids false negatives when two variants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share a canonical (e.g. siddiqee + siddiqi → Siddiqui)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Fresh encoding of negatives every batch: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All embeddings use current weights — no stale-bank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collapse that plagues momentum banks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Temperature τ = 0.07: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Sharpens the softmax — makes the model decisive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CosineAnnealingLR scheduler: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Gradual warmdown prevents late-training instability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Early stopping (patience=5):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Monitored on val_recall (top-1 accuracy)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Checkpoint: Self-Contained Single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Everything to reconstruct the corrector — no external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9/15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phonetic_contrastive_v1.pt  (~3.2 MB)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├── state_dict          Model weights (CPU)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├── itos                Character vocabulary list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├── config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│   ├── emb: 96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│   ├── hidden: 128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│   ├── out: 128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│   ├── layers: 2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│   └── temp: 0.07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├── canonicals          All canonical strings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├── canonical_embeddings  (N, 128) pre-computed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└── meta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    ├── max_epochs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    ├── patience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    ├── seed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    ├── train_pairs</a:t>
            </a:r>
          </a:p>
          <a:p>
            <a:pPr>
              <a:spcAft>
                <a:spcPts val="100"/>
              </a:spcAft>
              <a:defRPr sz="1400">
                <a:solidFill>
                  <a:srgbClr val="A0D968"/>
                </a:solidFill>
                <a:latin typeface="Menlo"/>
              </a:defRPr>
            </a:pPr>
            <a:r>
              <a:t>    └── best_val_recall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5F1"/>
                </a:solidFill>
                <a:latin typeface="Calibri"/>
              </a:defRPr>
            </a:pPr>
            <a:r>
              <a:t>Why Pre-Compute the Index?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At training end, ALL canonicals are embedded once: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canon_emb = embed_all(model, canonicals)  → (N, 128)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Stored in the checkpoint alongside weights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At inference, loaded directly — no re-encoding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of the gazetteer at startup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Inference cost per word: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1 forward pass (encode query)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+ 1 matmul (query × index.T)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= O(T + N)  where T = word length, N = canonicals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Total model load time: &lt; 0.5 seconds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Per-word latency: &lt; 1 ms on CPU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Inference: resolve_word() — The Decision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Guard → Encode → Compare → Threshold Gate →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10/15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resolve_word("chugataai"):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1. Guard: is_alpha?  ✓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2. Guard: already canonical?  ✗ (not in known set)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3. Guard: len ≥ 3?  ✓ (9 chars)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4. Encode query: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q = model("chugataai")  → (1, 128) unit-norm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5. Cosine similarity: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sims = q @ index.T      → (N,) scores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6. Best match: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best_idx = argmax(sims)  → idx of "Chughtai"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best_score = 0.95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7. Threshold gate: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0.95 ≥ 0.90?  ✓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8. Return: "Chughtai"  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5F1"/>
                </a:solidFill>
                <a:latin typeface="Calibri"/>
              </a:defRPr>
            </a:pPr>
            <a:r>
              <a:t>Decision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5F1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5F1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5F1"/>
                </a:solidFill>
                <a:latin typeface="Calibri"/>
              </a:defRPr>
            </a:pPr>
            <a:r>
              <a:t>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nlo"/>
              </a:defRPr>
            </a:pPr>
            <a:r>
              <a:t>chugataai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286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0.95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2860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A0"/>
                </a:solidFill>
                <a:latin typeface="Calibri"/>
              </a:defRPr>
            </a:pPr>
            <a:r>
              <a:t>→ Chughtai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Confident 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51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nlo"/>
              </a:defRPr>
            </a:pPr>
            <a:r>
              <a:t>siddiqee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0.96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A0"/>
                </a:solidFill>
                <a:latin typeface="Calibri"/>
              </a:defRPr>
            </a:pPr>
            <a:r>
              <a:t>→ Siddiqui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Confident 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nlo"/>
              </a:defRPr>
            </a:pPr>
            <a:r>
              <a:t>apareshan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3017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0.78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017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BBBB"/>
                </a:solidFill>
                <a:latin typeface="Calibri"/>
              </a:defRPr>
            </a:pPr>
            <a:r>
              <a:t>→ apareshan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ABSTAIN (&lt; 0.90)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nlo"/>
              </a:defRPr>
            </a:pPr>
            <a:r>
              <a:t>area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3383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383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BBBB"/>
                </a:solidFill>
                <a:latin typeface="Calibri"/>
              </a:defRPr>
            </a:pPr>
            <a:r>
              <a:t>→ 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Already canonical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nlo"/>
              </a:defRPr>
            </a:pPr>
            <a:r>
              <a:t>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749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749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BBBB"/>
                </a:solidFill>
                <a:latin typeface="Calibri"/>
              </a:defRPr>
            </a:pPr>
            <a:r>
              <a:t>→ 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Too short (&lt; 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nlo"/>
              </a:defRPr>
            </a:pPr>
            <a:r>
              <a:t>123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1148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41148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BBBBB"/>
                </a:solidFill>
                <a:latin typeface="Calibri"/>
              </a:defRPr>
            </a:pPr>
            <a:r>
              <a:t>→ 123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Non-alphabetic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Safety: Abstain-Over-Corrupt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model's #1 priority is to never make things worse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11/15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74C3C"/>
                </a:solidFill>
                <a:latin typeface="Calibri"/>
              </a:defRPr>
            </a:pPr>
            <a:r>
              <a:t>▸ ABSTAIN THRESHOLD (0.90)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If the nearest canonical's cosine similarity is below 0.90, the word is returned UNCHANGED. This prevents the model from guessing when it isn't sure. The threshold was determined by sweep evaluation — 0.90 maximises recall while keeping corruption near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00"/>
                </a:solidFill>
                <a:latin typeface="Calibri"/>
              </a:defRPr>
            </a:pPr>
            <a:r>
              <a:t>▸ KNOWN-CANONICAL SHORT CIRCUIT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If a word is already in the canonical set, the model skips encoding entirely. This prevents a canonical from being 'corrected' to a similar-sounding different canonical.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5F1"/>
                </a:solidFill>
                <a:latin typeface="Calibri"/>
              </a:defRPr>
            </a:pPr>
            <a:r>
              <a:t>▸ MINIMUM LENGTH GUARD (≥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Words shorter than 3 characters are never processed. Short words like 'ka', 'is', 'ke' have too little character signal for reliable matching.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9A0"/>
                </a:solidFill>
                <a:latin typeface="Calibri"/>
              </a:defRPr>
            </a:pPr>
            <a:r>
              <a:t>▸ STATISTICS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corrector logs counts of: matched, abstain_short, abstain_low, already_canonical. This enables post-hoc analysis of model behaviour on real traffic.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Embedding Space: How Words Cluster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128-dim unit hypersphere — phonetically similar words are neighbours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12/15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1148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128-dim unit hypersphere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Siddiqui ●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/          \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siddiqee ●        ● siddiqi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     \    /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      ● siddique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(all close — cosine &gt; 0.95)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Chughtai ●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/          \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chugataai ●      ● chughtaai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     \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      ● chugatai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(all close — cosine &gt; 0.92)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               ● area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(far from both — cosine &lt; 0.50)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→ ABSTAIN, left unchanged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5F1"/>
                </a:solidFill>
                <a:latin typeface="Calibri"/>
              </a:defRPr>
            </a:pPr>
            <a:r>
              <a:t>What the Model Learned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Phonetic equivalences: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q/k → same cluster    (Siddiqui/Siddiki)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aa/a → same cluster   (chugataai/chugatai)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ee/i → same cluster   (siddiqee/siddiqi)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The model learns these patterns from data,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not from hand-crafted substitution rules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Generalises to UNSEEN combinations: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If it knows q↔k and ee↔i separately,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it handles 'siddikee' even if never seen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Distinct words stay far apart: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'area' vs 'Arif' — different clusters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High threshold prevents cross-cluster matches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Extensibility: Add Canonicals Without Retraining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The key maintainability advantage over rule-based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13/15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303520" cy="1828800"/>
          </a:xfrm>
          <a:prstGeom prst="rect">
            <a:avLst/>
          </a:prstGeom>
          <a:solidFill>
            <a:srgbClr val="121A2D"/>
          </a:solidFill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# Runtime: single new canonical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corrector.add_canonical("XYZlab")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# → encodes with existing model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# → appends to index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# → immediately resolves garbles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# Bulk: extend_canonicals.py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python -m phonetic_contrastive_model.extend_canonicals \</a:t>
            </a:r>
          </a:p>
          <a:p>
            <a:pPr>
              <a:spcAft>
                <a:spcPts val="100"/>
              </a:spcAft>
              <a:defRPr sz="1300">
                <a:solidFill>
                  <a:srgbClr val="A0D968"/>
                </a:solidFill>
                <a:latin typeface="Menlo"/>
              </a:defRPr>
            </a:pPr>
            <a:r>
              <a:t>    --terms new_entities.txt --save-index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5F1"/>
                </a:solidFill>
                <a:latin typeface="Calibri"/>
              </a:defRPr>
            </a:pPr>
            <a:r>
              <a:t>extend_canonicals.py Pipeline: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1. Read new entity terms from text file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2. Add each to the model's index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3. Validate against 80-call benchmark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4. Drop ambiguous terms (wrong captures)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5. Save extended index + updated lexicon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5F1"/>
                </a:solidFill>
                <a:latin typeface="Calibri"/>
              </a:defRPr>
            </a:pPr>
            <a:r>
              <a:t>Why This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The model learned a GENERAL character-level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embedding space during training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A new canonical placed in this space will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'attract' its phonetic variants — even ones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never seen during training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rebuild_index() is IDEMPOTENT: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Re-running always produces the same result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regardless of prior edits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▸ Comparison with rule-based approach: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Rule-based: add N variants × M rules per term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  Contrastive: add_canonical(term) — done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Evaluation: The 4-Number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Calibri"/>
              </a:defRPr>
            </a:pPr>
            <a:r>
              <a:t>Four metrics that comprehensively assess model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14/15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9A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A0"/>
                </a:solidFill>
                <a:latin typeface="Calibri"/>
              </a:defRPr>
            </a:pPr>
            <a:r>
              <a:t>HELD-OUT VARIANT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Unseen spelling variants → correct canonical?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The GENERALISATION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Top-1 (with abstain), Top-1 (raw), Top-3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9A0"/>
                </a:solidFill>
                <a:latin typeface="Calibri"/>
              </a:defRPr>
            </a:pPr>
            <a:r>
              <a:t>~97%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9A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A0"/>
                </a:solidFill>
                <a:latin typeface="Calibri"/>
              </a:defRPr>
            </a:pPr>
            <a:r>
              <a:t>ABSTAIN SAFETY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089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Real gold words (not canonicals) → % left unchanged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The ANTI-CORRUPTION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5661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Tested on benchmark words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926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9A0"/>
                </a:solidFill>
                <a:latin typeface="Calibri"/>
              </a:defRPr>
            </a:pPr>
            <a:r>
              <a:t>~99%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5F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5F1"/>
                </a:solidFill>
                <a:latin typeface="Calibri"/>
              </a:defRPr>
            </a:pPr>
            <a:r>
              <a:t>EXACT-NAME HELD-OUT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434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Entity names (Siddiqui, Chughtai) → exact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720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The DECISIVE test.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80060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Names are highest-value corrections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5F1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57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EC5F1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5F1"/>
                </a:solidFill>
                <a:latin typeface="Calibri"/>
              </a:defRPr>
            </a:pPr>
            <a:r>
              <a:t>80-CALL diff_words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778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End-to-end: v2 baseline vs v2 +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064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The PRODUCTION metric.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03504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BB"/>
                </a:solidFill>
                <a:latin typeface="Calibri"/>
              </a:defRPr>
            </a:pPr>
            <a:r>
              <a:t>Accuracy-neutral (fuzzy already forgives drift)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5394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5F1"/>
                </a:solidFill>
                <a:latin typeface="Calibri"/>
              </a:defRPr>
            </a:pPr>
            <a:r>
              <a:t>Stable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Summary: Contrastive Model vs Rule-Based Resolver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15/15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5F1"/>
                </a:solidFill>
                <a:latin typeface="Calibri"/>
              </a:defRPr>
            </a:pPr>
            <a:r>
              <a:t>Aspect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4630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5F1"/>
                </a:solidFill>
                <a:latin typeface="Calibri"/>
              </a:defRPr>
            </a:pPr>
            <a:r>
              <a:t>Rule-Based Resolver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4630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5F1"/>
                </a:solidFill>
                <a:latin typeface="Calibri"/>
              </a:defRPr>
            </a:pPr>
            <a:r>
              <a:t>Phonetic Contrastive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Held-out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470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~30%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84708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~97%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Maintenance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3113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O(N²) — manual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311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add_canonical() —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151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Generalisation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151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None — only programmed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1518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Unseen spellings handled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992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Abstain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99923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Manual tuning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9992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Built-in 0.90 threshold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3832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~0.01 ms/word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3832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~0.1 ms/word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7673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New canonicals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7673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Add variants manually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76732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No retrain needed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513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Model size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1513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N/A (rules)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15137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~3.2 MB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5354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Interpretability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453542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74C3C"/>
                </a:solidFill>
                <a:latin typeface="Calibri"/>
              </a:defRPr>
            </a:pPr>
            <a:r>
              <a:t>Rules readable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5354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A0"/>
                </a:solidFill>
                <a:latin typeface="Calibri"/>
              </a:defRPr>
            </a:pPr>
            <a:r>
              <a:t>Embedding space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The Phonetic Contrastive Model delivers 3× the recall, near-zero corruption risk, and zero-maintenance canonical onboarding — in a 3.2 MB self-contained checkpoint.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